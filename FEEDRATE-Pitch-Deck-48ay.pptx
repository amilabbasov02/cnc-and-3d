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FEEDRATE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CNC frezeleme &amp; 3D-çap üçün anında qiymət → sifariş → istehsal → çatdırılma platforması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Self-serve · brauzer CAD · supplier şəbəkəsi · marketplace · orta bazardan yuxarıya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 ·  Kayzen  ·  support@kayzen.az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Hissə istehsal etdirmək yavaş, bahalı və qırıqdır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CNC/3D sifarişdə qiymət almaq günlər çəkir — email, gözləmə, geriyə-irəli yazışma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Mövcud iri platformalar yalnız böyük sifarişlərə baxır — minimum həcm, sales-led satış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Kiçik biznes, mühəndis, startap, maker — sürətli, sərfəli, self-serve həll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Qiymət ayrı, CAD ayrı, sifariş ayrı, emalatxana ayrı — vahid axın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Nəticə: orta bazar xidmətsiz qalır — bizim fürsətimiz məhz buradadır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HƏLL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Fayldan hazır hissəyə — bir platformada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qiymət: model yüklə / kitabxanadan seç / brauzer CAD-da qur → saniyələrlə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kliklə sifariş + ödəniş — minimum həcm yoxdur, yazışma yoxdur, gözləmə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şəbəkəsi: sifariş ən uyğun emalatxanaya yönlənir, hazırlanır, çatdırılır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istehsalı etmirik — qiymət, ödəniş, marşrutlaşdırma, keyfiyyəti idarə edirik (yüngül model)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Üstəlik: dizayn marketplace — istifadəçilər öz modellərini satır, biz komissiya alırıq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NECƏ İŞLƏYİR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Qiymətdən çatdırılmaya — 7 addım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1 · Model (yüklə / seç / CAD-da qur)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FFB300"/>
                </a:solidFill>
                <a:latin typeface="Calibri"/>
              </a:rPr>
              <a:t>2 · Anında qiymət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ECEAE5"/>
                </a:solidFill>
                <a:latin typeface="Calibri"/>
              </a:rPr>
              <a:t>3 · Sifariş + ödəniş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4 · Supplier-ə marşrutlaşdırma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5 · İstehsal (CNC/3D-print)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6 · Keyfiyyət + çatdırılma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FFB300"/>
                </a:solidFill>
                <a:latin typeface="Calibri"/>
              </a:rPr>
              <a:t>7 · Supplier payout · biz marja saxlayırıq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46C9C1"/>
                </a:solidFill>
                <a:latin typeface="Calibri"/>
              </a:rPr>
              <a:t>İstehsalı biz etmirik — qiymət, ödəniş, marşrutlaşdırma və keyfiyyəti biz idarə edirik.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Üç modul, bir axın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3D model kitabxanası — hazır parametrik modellər, ölçü qoy →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Brauzer CAD redaktoru (Three.js + CSG) — quraşdırma yox, anlıq qiymət, STL/OBJ/STEP export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 marketplace — sifariş → supplier → keyfiyyət → çatdırılma + payout (Stripe Connect)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Dizayn marketplace — listing, alış, komissiya, payout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Limit/anti-abuse: anonim 1 qiymət → pulsuz hesab 5/ay → ödənişli paketlər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Böyüyən on-demand istehsal bazarı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TAM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Qlobal rəqəmsal istehsal —
onlarla milyard $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SAM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Self-serve instant-quote +
onlayn CAD istifadəçiləri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SOM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4 ildə aylıq 300K+ ziyarətçi,
5700+ sifariş/ay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Trendlər: distributed manufacturing, 3D-print bumu, brauzer/no-code alətlər, qısa tədarük zənciri.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B300"/>
                </a:solidFill>
                <a:latin typeface="Calibri"/>
              </a:rPr>
              <a:t>Giriş nöqtəsi: anonim 1 pulsuz qiymət = viral, sürtünməsiz cəlb.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BİZNES MODELİ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 gəlir mənbəyi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~22%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İSTEHSAL MARJASI (əsas)
hər sifariş GMV-dən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$9–$99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ABUNƏ (SaaS)
CAD + qiymət alətləri / 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~8%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DİZAYN KOMİSSİYA
marketplace satışından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İstehsal: ödənişi biz toplayırıq, supplier-ə payout edirik, marjanı saxlayırıq.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7C98A"/>
                </a:solidFill>
                <a:latin typeface="Calibri"/>
              </a:rPr>
              <a:t>Üç axın = həcmlə böyüyən marja + təkrar MRR + iki tərəfli marketplace effekti.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SUPPLIER ŞƏBƏKƏSİ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İstehsalsız, lakin tam nəzarətli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Yoxlanmış CNC/3D-print emalatxanaları şəbəkəsi — biz onlara sifariş gətiririk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Marşrutlaşdırma: hər sifariş qiymət/məkan/imkana görə ən uyğun supplier-ə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Keyfiyyət standartı, izləmə və reytinq — zəif supplier sistemdən çıxır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Bizdə əsas vəsait (avadanlıq) yoxdur → yüngül, sürətli miqyaslana bilən model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Çox supplier = aşağı qiymət, sürətli çatdırılma, regional əhatə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QİYMƏT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Freemium → ödənişli paketlər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Free $0 — 5 hesablama / 5 yükləmə, məhdud CAD, sifariş icazəli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Starter $9 — 50 hesablama / 25 yükləmə, tam CAD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Pro $29 — limitsiz hesablama / 100 yükləmə, brendli PDF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Business $99 — limitsiz, API/komanda, prioritet supplier &amp; dəstək (yuxarı bazar)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Blended ARPU ~$26/ay · istehsal sifarişləri paketdən asılı deyil — hamı sifariş verə bilər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RƏQABƏT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Rəqiblər kimdir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Xometry / Protolabs — instant-quote var, AMMA enterprise/yüksək bazar, sales-led, minimum həcm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Protolabs öz zavodları ilə premium qiymət — kiçik/orta sifarişçi üçün baha və əlçatmaz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Thangs / Thingiverse — model var, qiymət/sifariş yox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Onshape / Tinkercad — CAD var, qiymət + istehsal + marketplace yox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Heç biri orta bazara self-serve, hamısını-bir-yerdə həll vermir — boşluq buradadır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MÖVQELƏŞMƏ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Niyə orta bazar? — aşağıdan yuxarıya disrupsiya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Rəqiblər yüksək/enterprise bazara fokuslanır — iri müştəri, böyük marja, sales komandası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Orta bazar (kiçik biznes, mühəndis, startap, hardware maker, tələbə) onlar üçün «kiçik»dir — xidmətsiz qalır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Bu seqment böyükdür, sürətli böyüyür və self-serve istəyir — bizim giriş nöqtəmiz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Strategiya: orta bazarı self-serve ilə tut → həcm və data qazan → Business/API ilə yuxarı bazara çıx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Klassik «disruption from below»: əvvəl çatışmayan seqment, sonra premium müştəriyə doğru hərəkət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Aşağı sürtünmə + minimum həcm yoxdur = rəqiblərin əlçatmaz olduğu kütləvi tələbi açırıq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FƏRQLƏNMƏ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Bizdə var — rəqiblərdə yox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651760"/>
                <a:gridCol w="228600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Funksiya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FEEDRATE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Xometry / Protolabs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Onshape / Thingiverse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Self-serve anında qiymət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 (iri/B2B)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Brauzer CAD (quraşdırmasız)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 (yalnız CAD)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Sifariş → supplier istehsal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Minimum həcm YOXDUR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Dizayn marketplace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Hamısı bir platformada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Orta bazara fokus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✗ (enterprise)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GET-TO-MARKET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Necə böyüyəcəyik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SEO + kontent (CNC/3D-print qiymət açar sözləri) — anonim 1 pulsuz qiymət viral giriş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Performans reklam + maker icmaları: Reddit, Discord, YouTube, mühəndis forumları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Marketplace satıcıları öz auditoriyasını gətirir — iki tərəfli böyümə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tərəfdaşlıqları → coğrafi genişlənmə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Güclü launch kampaniyası (premium büdcə) + daimi CAC/LTV optimallaşdırması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YOL XƏRİTƏSİ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İlk 2 ay intensiv build — sonra güclü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Ay 1–2: İNTENSİV BUILD (gəlir yoxdur) — 18 nəfərlik komanda ilə Auth, DB, qiymət mühərriki, CAD, ödəniş, supplier-lər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Ay 3: LAUNCH — güclü marketinq, ilk sifarişlər, supplier istehsalı, gəlir başlayır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3–10: Brauzer CAD v1, marketplace, tam sifariş→çatdırılma dövrü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14–24: Orta bazarda böyümə, supplier şəbəkəsinin genişlənməsi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24–36: Business/API ilə yuxarı bazara çıxış, STEP export, beynəlxalq genişlənmə, mənfəət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18 nəfərlik intensiv build komandası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 nüvə: CEO + CTO + HR + 2 Senior CAD + Frontend + Backend + UI/UX + DevOps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 tamamlanma: +Frontend, +Backend, +UI/UX, 2 QA, CAD QA, Dizayn QA, Ops, Marketinq (18 nəfər)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6–12: 3D kontent, CFO, Sales/BizDev, Müştəri dəstəyi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22–30: əlavə dəstək və developer (miqyas)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36 ayın sonunda 24 nəfərlik güclü komanda · remote-first · Azərbaycan bazlı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Harda olacağıq — 18, 36, 48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$31K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$215K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$756K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48 AY — aylıq gəlir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3320"/>
            <a:ext cx="33832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$369K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703320"/>
            <a:ext cx="33832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$2.58M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ARR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703320"/>
            <a:ext cx="329184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$9.07M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48 AY —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1 $80K · İl 2 $418K · İl 3 $1.54M · İl 4 $5.44M gəlir   |   Breakeven ≈ 29-ci ay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48 ayda sifariş 7,886/ay · ödənişli abunəçi 21,260 · komanda 24 nəfər · İl 4 NET $2.64M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Tələb: $1.50M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$1.50M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Seed investisiya (köklü start)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~30 ay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Runway (breakeven-ə qədər)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$9.07M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48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~20% · əməliyyat/inzibati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İlk 2 ay intensiv build (gəlirsiz) tam maliyyələşdirilir → ay 3-də güclü launch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orta bazarı tut → $9.07M ARR-ə çat → yuxarı bazara genişlən, İl 4 NET $2.64M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Gəlin birlikdə quraq.</a:t>
            </a:r>
          </a:p>
          <a:p>
            <a:pPr algn="l">
              <a:spcAft>
                <a:spcPts val="24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FEEDRATE — fayldan hazır hissəyə, anında. Orta bazardan başlayıb yuxarıya.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Kayzen  · 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