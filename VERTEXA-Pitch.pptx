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VERTEXA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İstehsal-texnologiya şirkəti — bir nüvə, ardıcıl çıxan məhsul portfeli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Brauzer CAD + qiymət mühərriki + ödəniş nüvəsi üzərində 4 məhsul · tək komanda · tək şirkət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· VERTEXA · support@kayzen.az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VİZYON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Tək məhsul deyil — istehsal-texnologiya mühərriki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İstehsal/CAD sahəsi parçalanıb: qiymət ayrı, CAD ayrı, sifariş ayrı, DFM ayrı alətlərdədir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bir texnoloji nüvə qururuq (Three.js CAD + qiymət mühərriki + Stripe + analitika)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 nüvənin üstündə ardıcıl olaraq 4 məhsul çıxarırıq — hər biri ayrı sayt/brend, bir az fərqli bazar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Hamısı bir şirkətdə cəmlənir, eyni komanda ilə — komanda heç vaxt boş qalmır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İnvestor bir məhsula yox, çoxlu atışlı istehsal-texnologiya platformasına investisiya edir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Hər istehsal addımı üçün ayrıca, baha, kobud alət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Sifarişçi: hissə qiyməti almaq günlər çəkir, kiçik sifariş üçün self-serve həll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Emalatxana: qiymət/sifarişi hələ də email + Excel ilə idarə edir — proqram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Mühəndis: sürətli istehsal-uyğunluq (DFM) yoxlaması üçün ucuz alət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E-commerce satıcı: custom məhsul üçün 3D konfiqurator + anında qiymət qoya bilmir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Hər biri ayrıca böyük bazardır — və hamısı eyni texnoloji nüvəni tələb edir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STRATEGİYA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nüvə → ardıcıl GTM → bir komanda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1) Paylaşılan nüvəni bir dəfə qur (CAD, qiymət, ödəniş, fayl, analitika) — ~70% hər məhsulda təkrar işlənir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2) Hər məhsul bu nüvənin üstündə fərqli bazara «paketlənmiş» go-to-market-dir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3) Ardıcıl çıxar: bir məhsul launch olub stabilləşəndə komanda növbətiyə axır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4) Hər məhsul növbətindən əvvəl validasiya olunur — risk pillə-pillə azalır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FAZA 1: 2 məhsul, 12 nəfər, ~$1M → breakeven. FAZA 2: digər 2 məhsul ÖZ GƏLİRİ ilə (yeni pul yox)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PAYLAŞILAN NÜVƏ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dəfə qurulan, dəfələrlə işlədilən texnologiya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Brauzer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Three.js + CSG
geometriya/mesh emalı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Qiymət mühərriki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material+vaxt+marja
no-code qayda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Ödəniş + Connect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Stripe abunə + payout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Fayl pipeline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STL/STEP/OBJ
yükləmə, render, saxlama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Auth + Analitika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istifadə, konversiya,
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11480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hər yeni məhsulda
təkrar işlənən kod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FEEDRATE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İstehsal marketplace — qiymətdən çatdırılmaya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 → sifariş → supplier istehsalı → keyfiyyət → çatdırılma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Gəlir: istehsal marjası ~22% + abunə + dizayn komissiya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Orta bazar fokusu (Xometry/Protolabs yüksək bazara baxır) — disruption from below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Rolu: flaqman + nağd axın + supplier şəbəkəsi (digər məhsulları qidalandırır)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Launch: Ay 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FEEDRATE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QUOTEFLOW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Embed quote-widget SaaS — emalatxanalar üçün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 abunə olur, dizaynı öz saytına uyğunlaşdırır, öz qiymət məntiqini yazır, embed götürür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Analitika: kim istifadə etdi, neçə quote, neçəsi sifarişə çevrildi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Rəqib: DigiFabster/3YOURMIND — amma köhnə UX, CAD redaktoru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$140/ay abunə · saf B2B SaaS, fiziki icra yox → yüksək marja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Launch: Ay 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QUOTEFLOW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FORMCHECK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DFM analiz SaaS — istehsal-uyğunluq yoxlaması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CAD yüklə → divar qalınlığı, tolerans, undercut, qiyməti artıran amillər + AI tövsiyə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Boşluq: SMB üçün yüngül, self-serve DFM aləti demək olar yoxdur (aPriori enterprise/bahalı)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freemium → $39/ay · brauzer mesh analizi (nüvə təkrar)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Launch: Ay 24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FORMCHECK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CONFIGFLOW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E-commerce 3D konfiqurator / CPQ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Custom məhsul satıcıları (mebel, lövhə, bracket, korpus) öz mağazasına 3D konfiqurator + anında qiymət qoyur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Shopify/Woo app store = hazır paylama kanalı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$89/ay abunə + tranzaksiya · Three.js + qiymət nüvəsi təkrar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Launch: Ay 30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CONFIGFLOW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AXAN 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Ardıcıl launch — komanda boş qalmır, işdən çıxarma yox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613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342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71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529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8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987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FEEDRATE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9418320" cy="3840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97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9CFF"/>
                </a:solidFill>
                <a:latin typeface="Calibri"/>
              </a:rPr>
              <a:t>QUOTEFLOW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9870" y="2761487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2300" y="2761487"/>
            <a:ext cx="8633460" cy="384048"/>
          </a:xfrm>
          <a:prstGeom prst="rect">
            <a:avLst/>
          </a:prstGeom>
          <a:solidFill>
            <a:srgbClr val="5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7C98A"/>
                </a:solidFill>
                <a:latin typeface="Calibri"/>
              </a:rPr>
              <a:t>FORMCHECK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955" y="3419856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0385" y="3419856"/>
            <a:ext cx="4905375" cy="384048"/>
          </a:xfrm>
          <a:prstGeom prst="rect">
            <a:avLst/>
          </a:prstGeom>
          <a:solidFill>
            <a:srgbClr val="57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9651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97DF0"/>
                </a:solidFill>
                <a:latin typeface="Calibri"/>
              </a:rPr>
              <a:t>CONFIGFLOW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5245" y="4078224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7675" y="4078224"/>
            <a:ext cx="3728085" cy="384048"/>
          </a:xfrm>
          <a:prstGeom prst="rect">
            <a:avLst/>
          </a:prstGeom>
          <a:solidFill>
            <a:srgbClr val="B9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73752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FAZA 1: Ay 1 FEEDRATE + Ay 5 QUOTEFLOW (2 məhsul, ~$1M seed). FAZA 2 (ÖZ GƏLİRİ ilə): Ay 24 FORMCHECK · Ay 30 CONFIGFLOW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7C98A"/>
                </a:solidFill>
                <a:latin typeface="Calibri"/>
              </a:rPr>
              <a:t>Hər keçiddə nüvə komanda saxlanılır, yalnız GTM/məhsul qatı dəyişir — boş qalma və ya işdən çıxarma yoxdur.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KAPİTAL SƏMƏRƏLİLİYİ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məhsul — bir komandanın qiymətinə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14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ayda 4 məhsul üçün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6B6B"/>
                </a:solidFill>
                <a:latin typeface="Calibri"/>
              </a:rPr>
              <a:t>~72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 ayrı şirkət olsaydı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təkrar işlənən nüvə kod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Paylaşılan back-office: bir CFO, bir marketinq mühərriki, bir infra, bir analitika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Hər yeni məhsulun marjinal xərci aşağı — nüvə artıq var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57C98A"/>
                </a:solidFill>
                <a:latin typeface="Calibri"/>
              </a:rPr>
              <a:t>FEEDRATE nağd axını digər məhsulların build-ini maliyyələşdirir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«BU FOKUS İTKİSİ DEYİL?»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Xeyr — bir nüvə, ardıcıl icra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Bu, 4 fərqli biznes deyil — bir texnoloji platformanın 4 go-to-market təbəqəsidir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anda 4 şey qurmuruq: ardıcıl çıxarırıq, biri stabilləşəndə digərinə keçirik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növbətiyə START vermədən əvvəl bazarda validasiya olunur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müştəri seqmenti, eyni satış kanalları, eyni brend ekosistemi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Risk azalır (çoxlu atış), fokus qalır (bir nüvə, bir komanda, bir vizyon)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SİNERGİYA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Məhsullar bir-birini qidalandırır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QUOTEFLOW emalatxanaları → FEEDRATE marketplace üçün hazır supplier şəbəkəsi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FORMCHECK istifadəçiləri → FEEDRATE/QUOTEFLOW-da qiymət alıb sifarişə çevrilir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CONFIGFLOW e-commerce satıcıları → FEEDRATE-də istehsal sifariş edir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hesab, tək ödəniş, tək data — cross-sell və yüksək LTV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Hər yeni məhsul bütün portfelin dəyərini artırır (şəbəkə effekti)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bitişik bazar — onlarla milyard $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İstehsal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on-demand manufacturing
(FEEDRATE)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Quoting SaaS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emalatxana proqramı
(QUOTEFLOW)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DFM /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mühəndis alətləri
(FORMCHECK)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0"/>
            <a:ext cx="228600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E-com CPQ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konfiqurator
(CONFIGFLOW)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Hamısı böyüyən rəqəmsal istehsal trendinin içində · bitişik = eyni alıcı, eyni kanal, çarpaz satış.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Birləşmiş portfel — 18 / 36 / 48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$57K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$368K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$1,198K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aylıq gəlir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$687K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$4.42M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52044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gəlir: İl1 $154K · İl2 $768K · İl3 $2.68M · İl4 $8.87M   |   Breakeven ≈ Ay 20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İl 4 NET $5.55M · 4 məhsulun hamısı canlı · komanda 14 nəfər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Tələb: $1.00M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$1.00M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Bütün portfel üçün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~747K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Real funding need (dib)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(4 GTM) ~20% · 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2 məhsul özünü sübut edir (breakeven ~ay 20) → şirkət öz gəliri ilə məhsul 3-4-ü maliyyələşdirir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4 məhsul, $14.37M birləşmiş ARR, İl 4 mənfəətli, ~28 nəfərlə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Senior nüvə, məhsuldan-məhsula axır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FAZA 1 (12 nəfər): CEO+marketinq, CTO/təsisçi (+frontend), 2 CAD, 2 backend, frontend, UX, QA, ops, HR, reklamveren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Mövcud komanda məhsul 3-4-ü də qurur — nüvə ~70% təkrar, yeni developer lazım deyil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FAZA 2-də əlavə: yalnız 2 müştəri dəstəyi (öz gəliri ilə)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Maksimum 14 nəfər (12 + 2 dəstək) · remote-first · Azərbaycan bazlı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Bir komanda. Bir nüvə. Mərhələli böyümə.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FFB300"/>
                </a:solidFill>
                <a:latin typeface="Calibri"/>
              </a:rPr>
              <a:t>KAYZEN — istehsal-texnologiyasını bir-bir fəth edən şirkət.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VERTEXA ·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